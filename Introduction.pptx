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4F00-5814-689E-77E3-0EAC50AFA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EAE53F-D1DB-5DFC-D7F8-4A711A2A9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EDA59-EFE2-49E9-3BDC-793C08FF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2202-FE63-42E4-8759-B44B52028900}" type="datetimeFigureOut">
              <a:rPr lang="en-AU" smtClean="0"/>
              <a:t>23/12/2024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75F2C-503F-2DC0-5B2C-367BDC91C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657F4-8FC8-8565-4C94-F004A6706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BE5F-1B11-47BB-A22D-F593BAFB76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4543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6C473-837A-1F12-776C-4F7A834D0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C00DB-1BC9-8DFA-F7F5-8D8AFDE91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09E4B-7B1C-6E56-7CEC-F13271439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2202-FE63-42E4-8759-B44B52028900}" type="datetimeFigureOut">
              <a:rPr lang="en-AU" smtClean="0"/>
              <a:t>23/12/2024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B7A92-20FC-64E1-FBFE-41A83296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BF053-C7FD-E84E-78FD-62CDEE54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BE5F-1B11-47BB-A22D-F593BAFB76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1098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0431F-7760-F090-2FB1-573740D4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C7874-06AC-0154-F48A-5C707CB1D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1D755-C87B-0697-849C-F93861188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2202-FE63-42E4-8759-B44B52028900}" type="datetimeFigureOut">
              <a:rPr lang="en-AU" smtClean="0"/>
              <a:t>23/12/2024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DB077-6EDE-485F-73A4-E18A3D04F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F0417-E387-BBDB-F3C4-7C9EDE91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BE5F-1B11-47BB-A22D-F593BAFB76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702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63CB6-52F2-8B1B-6131-167EB42AC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964E-270D-AF1A-FA7B-CA4F56A75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A2744-5116-25F8-9CF8-FD1B91675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A323E-CE72-3F06-DA1C-625F086BD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2202-FE63-42E4-8759-B44B52028900}" type="datetimeFigureOut">
              <a:rPr lang="en-AU" smtClean="0"/>
              <a:t>23/12/2024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6B2B4-C410-B345-4E99-2706B2B3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5F4D0-1AF7-A32E-2BCE-F609520AE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BE5F-1B11-47BB-A22D-F593BAFB76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8121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5149A-90DE-66BB-7609-A7B66B24C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675D2-BF43-F5C8-4167-C03A7B874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474DC-9BC5-5FDC-3863-8E1BD4152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85CB0-37DF-96DD-45C0-5A2A0DD57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0B97E-F63E-BF64-3D1A-F79F5F12A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D42859-EF79-00F7-BB23-FE2B3C9CF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2202-FE63-42E4-8759-B44B52028900}" type="datetimeFigureOut">
              <a:rPr lang="en-AU" smtClean="0"/>
              <a:t>23/12/2024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12D9F-E4F2-10B4-7F6E-9D73D8AE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5FE9C6-45A2-13E0-60E2-27CFC3B8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BE5F-1B11-47BB-A22D-F593BAFB76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447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32CC-913E-E92A-6124-2EF17BF91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5FEEBB-8F19-0927-F9EF-802319354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2202-FE63-42E4-8759-B44B52028900}" type="datetimeFigureOut">
              <a:rPr lang="en-AU" smtClean="0"/>
              <a:t>23/12/2024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4C455-5E85-5B00-5530-478113B20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3DAD0-F9E1-BEDC-8D6A-03C76391B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BE5F-1B11-47BB-A22D-F593BAFB76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225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CB06D-ED62-EE94-0152-315E5872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2202-FE63-42E4-8759-B44B52028900}" type="datetimeFigureOut">
              <a:rPr lang="en-AU" smtClean="0"/>
              <a:t>23/12/2024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85551-510D-C190-94DF-79A6B399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39130-DCE4-8C85-1C67-080BFEBE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BE5F-1B11-47BB-A22D-F593BAFB76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07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10088-1954-AA66-95C3-1234ED4DE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722E6-9D33-FD6C-D394-18351A9BE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F4526-C65B-E44F-4531-EA0019242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7F5AF-355B-F869-7916-749121A20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2202-FE63-42E4-8759-B44B52028900}" type="datetimeFigureOut">
              <a:rPr lang="en-AU" smtClean="0"/>
              <a:t>23/12/2024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1C849-C31A-7B55-6D86-95A156467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C91CB-4D4B-6990-2537-A871CDA1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BE5F-1B11-47BB-A22D-F593BAFB76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309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57F06-507D-90F6-0C20-295FE8A4F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0CAE2-E833-232E-CD6F-F3421E0EE4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C0D03-6C2C-01DD-934D-EA53C0346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A3B69-E0DE-1EE9-1F4A-6C1C9DAA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2202-FE63-42E4-8759-B44B52028900}" type="datetimeFigureOut">
              <a:rPr lang="en-AU" smtClean="0"/>
              <a:t>23/12/2024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2C5BF-0FDE-F7C6-8BD6-24A8EA78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3FE32-035B-49A0-565F-E2FEA384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BE5F-1B11-47BB-A22D-F593BAFB76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310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3EC91-BE9E-F0BB-030E-5499751B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3EDE7-71C4-73E1-94DF-B24D5A2DD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37227-1294-6232-3966-4DEF1CE5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2202-FE63-42E4-8759-B44B52028900}" type="datetimeFigureOut">
              <a:rPr lang="en-AU" smtClean="0"/>
              <a:t>23/12/2024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40DF7-71F9-96FB-876C-473679EE5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EEDF5-6CE6-35C4-B042-EDB9E769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BE5F-1B11-47BB-A22D-F593BAFB76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1912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CB4864-A1FE-229C-4926-9190CD7813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576C5-398C-C6DC-3D01-0DA65EFD4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3F21A-AAB2-BEAC-9887-D425B5F4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2202-FE63-42E4-8759-B44B52028900}" type="datetimeFigureOut">
              <a:rPr lang="en-AU" smtClean="0"/>
              <a:t>23/12/2024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A74E8-0B6B-F9D7-85A5-B02C86C50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9D1B4-F43A-407B-9B93-5CE9E4EA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BE5F-1B11-47BB-A22D-F593BAFB76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02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77639-3537-1048-912C-4CA9AA20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F9ECD-2886-DE26-B481-F09E4C4F3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0FEA0-2215-94FD-9EDC-686D66FB7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72202-FE63-42E4-8759-B44B52028900}" type="datetimeFigureOut">
              <a:rPr lang="en-AU" smtClean="0"/>
              <a:t>23/12/2024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2CBB0-774E-C621-2772-7A27E7D32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0C733-0D6A-A8E4-AA92-CC047CC88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CBE5F-1B11-47BB-A22D-F593BAFB76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1368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A19F9D2A-C977-6311-7679-5D19DB720AEB}"/>
              </a:ext>
            </a:extLst>
          </p:cNvPr>
          <p:cNvSpPr txBox="1">
            <a:spLocks/>
          </p:cNvSpPr>
          <p:nvPr/>
        </p:nvSpPr>
        <p:spPr>
          <a:xfrm>
            <a:off x="2805709" y="0"/>
            <a:ext cx="4636239" cy="10585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0060A9"/>
                </a:solidFill>
                <a:latin typeface="Georgia" panose="02040502050405020303" pitchFamily="18" charset="0"/>
              </a:rPr>
              <a:t>H</a:t>
            </a:r>
            <a:r>
              <a:rPr lang="en-AU" sz="4800" dirty="0">
                <a:solidFill>
                  <a:srgbClr val="0060A9"/>
                </a:solidFill>
                <a:latin typeface="Georgia" panose="02040502050405020303" pitchFamily="18" charset="0"/>
              </a:rPr>
              <a:t>ussain Ahmad</a:t>
            </a:r>
            <a:endParaRPr lang="en-AU" sz="4800" dirty="0"/>
          </a:p>
        </p:txBody>
      </p:sp>
      <p:pic>
        <p:nvPicPr>
          <p:cNvPr id="6" name="Picture 5" descr="A person with dark hair wearing a blue and white checkered shirt&#10;&#10;Description automatically generated">
            <a:extLst>
              <a:ext uri="{FF2B5EF4-FFF2-40B4-BE49-F238E27FC236}">
                <a16:creationId xmlns:a16="http://schemas.microsoft.com/office/drawing/2014/main" id="{47F20E40-8F6A-315D-1559-913EBA338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3" y="312720"/>
            <a:ext cx="2079863" cy="1892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A4C617-6BB5-44E2-C1A0-6F866BF51F95}"/>
              </a:ext>
            </a:extLst>
          </p:cNvPr>
          <p:cNvSpPr txBox="1"/>
          <p:nvPr/>
        </p:nvSpPr>
        <p:spPr>
          <a:xfrm>
            <a:off x="3032477" y="1031511"/>
            <a:ext cx="418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PhD in Software Security and Scalability</a:t>
            </a:r>
            <a:endParaRPr lang="en-AU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C38B6F-1369-2C6E-7736-56076186A96B}"/>
              </a:ext>
            </a:extLst>
          </p:cNvPr>
          <p:cNvSpPr txBox="1"/>
          <p:nvPr/>
        </p:nvSpPr>
        <p:spPr>
          <a:xfrm>
            <a:off x="776129" y="2833793"/>
            <a:ext cx="2079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Cybersecurity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61C42A-3DF8-8AFE-C14C-96D7E64B570C}"/>
              </a:ext>
            </a:extLst>
          </p:cNvPr>
          <p:cNvSpPr txBox="1"/>
          <p:nvPr/>
        </p:nvSpPr>
        <p:spPr>
          <a:xfrm>
            <a:off x="2923404" y="2833793"/>
            <a:ext cx="2662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Software Engineering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68C65E-F6C5-D1C5-25D0-58AB3384ACD7}"/>
              </a:ext>
            </a:extLst>
          </p:cNvPr>
          <p:cNvSpPr txBox="1"/>
          <p:nvPr/>
        </p:nvSpPr>
        <p:spPr>
          <a:xfrm>
            <a:off x="5737523" y="2855158"/>
            <a:ext cx="2662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Cloud Computing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A9647E-1D91-BD0C-9495-06C02E2D4683}"/>
              </a:ext>
            </a:extLst>
          </p:cNvPr>
          <p:cNvSpPr txBox="1"/>
          <p:nvPr/>
        </p:nvSpPr>
        <p:spPr>
          <a:xfrm>
            <a:off x="8299653" y="2833793"/>
            <a:ext cx="2662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</a:t>
            </a:r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09F1F6-3E3D-3337-5275-ECC1E115B066}"/>
              </a:ext>
            </a:extLst>
          </p:cNvPr>
          <p:cNvSpPr txBox="1"/>
          <p:nvPr/>
        </p:nvSpPr>
        <p:spPr>
          <a:xfrm>
            <a:off x="2438135" y="3518470"/>
            <a:ext cx="290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Electronic Engineering</a:t>
            </a:r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7D9B67-09B2-5AF2-FECD-FC835EDE268F}"/>
              </a:ext>
            </a:extLst>
          </p:cNvPr>
          <p:cNvSpPr txBox="1"/>
          <p:nvPr/>
        </p:nvSpPr>
        <p:spPr>
          <a:xfrm>
            <a:off x="6845441" y="3518470"/>
            <a:ext cx="29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Self-Adaptive Systems</a:t>
            </a:r>
            <a:endParaRPr lang="en-AU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AE21FA7-853B-BA7B-4722-CD9033B8B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42" y="4241730"/>
            <a:ext cx="1943381" cy="87795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44BCA07-9514-F4E0-2D8B-314158851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986" y="4084550"/>
            <a:ext cx="1388747" cy="1467520"/>
          </a:xfrm>
          <a:prstGeom prst="rect">
            <a:avLst/>
          </a:prstGeom>
        </p:spPr>
      </p:pic>
      <p:pic>
        <p:nvPicPr>
          <p:cNvPr id="27" name="Picture 26" descr="A close-up of a sign&#10;&#10;Description automatically generated">
            <a:extLst>
              <a:ext uri="{FF2B5EF4-FFF2-40B4-BE49-F238E27FC236}">
                <a16:creationId xmlns:a16="http://schemas.microsoft.com/office/drawing/2014/main" id="{5447D240-5108-8854-C9A2-3B4A7C5C02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86" y="5730532"/>
            <a:ext cx="2207500" cy="538533"/>
          </a:xfrm>
          <a:prstGeom prst="rect">
            <a:avLst/>
          </a:prstGeom>
        </p:spPr>
      </p:pic>
      <p:pic>
        <p:nvPicPr>
          <p:cNvPr id="1026" name="Picture 2" descr="LobbyMap Cisco Systems">
            <a:extLst>
              <a:ext uri="{FF2B5EF4-FFF2-40B4-BE49-F238E27FC236}">
                <a16:creationId xmlns:a16="http://schemas.microsoft.com/office/drawing/2014/main" id="{CD3EE905-5EB0-F4BC-BE97-A63E2D52C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944" y="5454544"/>
            <a:ext cx="1693334" cy="84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ont Page - Far South Coast Branch of Surf Lifesaving Australia (SLSA)">
            <a:extLst>
              <a:ext uri="{FF2B5EF4-FFF2-40B4-BE49-F238E27FC236}">
                <a16:creationId xmlns:a16="http://schemas.microsoft.com/office/drawing/2014/main" id="{93A9BBB4-1602-27B6-9BCC-69B1ECB41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957" y="5230076"/>
            <a:ext cx="1196657" cy="119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chlumberger - Wikipedia">
            <a:extLst>
              <a:ext uri="{FF2B5EF4-FFF2-40B4-BE49-F238E27FC236}">
                <a16:creationId xmlns:a16="http://schemas.microsoft.com/office/drawing/2014/main" id="{B9202C5D-986F-D47D-12E1-AE1AC34D7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367" y="5051671"/>
            <a:ext cx="1107258" cy="77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CC23BD62-C88D-6E78-9397-2641EBDA0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367" y="5736349"/>
            <a:ext cx="1179616" cy="26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5E4D6CF-C339-4C92-6EB1-4BCA4F260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0089" y="4572480"/>
            <a:ext cx="208257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tone &amp; Chalk">
            <a:extLst>
              <a:ext uri="{FF2B5EF4-FFF2-40B4-BE49-F238E27FC236}">
                <a16:creationId xmlns:a16="http://schemas.microsoft.com/office/drawing/2014/main" id="{0B827C6E-C713-E5BC-CB14-1D885BDBC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696" y="4511123"/>
            <a:ext cx="1690532" cy="59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Data61 projects &amp; tools">
            <a:extLst>
              <a:ext uri="{FF2B5EF4-FFF2-40B4-BE49-F238E27FC236}">
                <a16:creationId xmlns:a16="http://schemas.microsoft.com/office/drawing/2014/main" id="{F9A962C5-AA76-B307-48D6-9D8614914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385" y="4343755"/>
            <a:ext cx="1669144" cy="78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351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AF3C4-4C9E-8209-B48F-1C5B5C40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PhD Research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70D96-46F8-E808-D190-BE8019C09C25}"/>
              </a:ext>
            </a:extLst>
          </p:cNvPr>
          <p:cNvSpPr txBox="1"/>
          <p:nvPr/>
        </p:nvSpPr>
        <p:spPr>
          <a:xfrm>
            <a:off x="1828800" y="1596556"/>
            <a:ext cx="8908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Research Area: Towards Self-Adaptive Cybersecurity and Scalability in Software Engineering </a:t>
            </a:r>
          </a:p>
        </p:txBody>
      </p:sp>
    </p:spTree>
    <p:extLst>
      <p:ext uri="{BB962C8B-B14F-4D97-AF65-F5344CB8AC3E}">
        <p14:creationId xmlns:p14="http://schemas.microsoft.com/office/powerpoint/2010/main" val="4072492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37EA-19C3-B94C-589D-32298DC1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Experience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B5F56-BFFC-20E2-AAAF-B7E5E7D71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Chief Project Officer </a:t>
            </a:r>
            <a:r>
              <a:rPr lang="en-A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lang="en-AU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Providing consultation in Cybersecurity and AI for ICT projects, having secured an AUD 100k Seed-Start grant from the </a:t>
            </a:r>
            <a:r>
              <a:rPr lang="en-US" sz="1800" b="0" i="0" u="none" strike="noStrike" baseline="0" dirty="0">
                <a:solidFill>
                  <a:srgbClr val="2E5395"/>
                </a:solidFill>
                <a:latin typeface="Times New Roman" panose="02020603050405020304" pitchFamily="18" charset="0"/>
              </a:rPr>
              <a:t>Department of State Development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to enhance digital operations through advanced R&amp;D and technology integration. 	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9226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34F0-5091-4799-C88D-F41D99A3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Supervisory Activities</a:t>
            </a:r>
            <a:endParaRPr lang="en-AU" dirty="0"/>
          </a:p>
        </p:txBody>
      </p:sp>
      <p:pic>
        <p:nvPicPr>
          <p:cNvPr id="5" name="Picture 4" descr="A group of people standing in front of a screen&#10;&#10;Description automatically generated">
            <a:extLst>
              <a:ext uri="{FF2B5EF4-FFF2-40B4-BE49-F238E27FC236}">
                <a16:creationId xmlns:a16="http://schemas.microsoft.com/office/drawing/2014/main" id="{725302B7-A825-72F2-B924-24C3EA2C7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03" y="3981261"/>
            <a:ext cx="2295589" cy="2060984"/>
          </a:xfrm>
          <a:prstGeom prst="rect">
            <a:avLst/>
          </a:prstGeom>
        </p:spPr>
      </p:pic>
      <p:pic>
        <p:nvPicPr>
          <p:cNvPr id="7" name="Picture 6" descr="Two men standing next to a poster&#10;&#10;Description automatically generated">
            <a:extLst>
              <a:ext uri="{FF2B5EF4-FFF2-40B4-BE49-F238E27FC236}">
                <a16:creationId xmlns:a16="http://schemas.microsoft.com/office/drawing/2014/main" id="{690423C5-3087-720D-8AD8-4FE82D1F7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614" y="3981261"/>
            <a:ext cx="2441295" cy="2060984"/>
          </a:xfrm>
          <a:prstGeom prst="rect">
            <a:avLst/>
          </a:prstGeom>
        </p:spPr>
      </p:pic>
      <p:pic>
        <p:nvPicPr>
          <p:cNvPr id="9" name="Picture 8" descr="A group of men standing in front of a projector screen&#10;&#10;Description automatically generated">
            <a:extLst>
              <a:ext uri="{FF2B5EF4-FFF2-40B4-BE49-F238E27FC236}">
                <a16:creationId xmlns:a16="http://schemas.microsoft.com/office/drawing/2014/main" id="{E307AFF0-A1CF-8EAE-5715-89C73B4DC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732" y="3981261"/>
            <a:ext cx="3034066" cy="1760350"/>
          </a:xfrm>
          <a:prstGeom prst="rect">
            <a:avLst/>
          </a:prstGeom>
        </p:spPr>
      </p:pic>
      <p:pic>
        <p:nvPicPr>
          <p:cNvPr id="13" name="Picture 12" descr="A person standing in front of a projector screen&#10;&#10;Description automatically generated">
            <a:extLst>
              <a:ext uri="{FF2B5EF4-FFF2-40B4-BE49-F238E27FC236}">
                <a16:creationId xmlns:a16="http://schemas.microsoft.com/office/drawing/2014/main" id="{8465EAF0-D74A-5C1F-16A2-D7D271DCC9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720" y="3981261"/>
            <a:ext cx="2600675" cy="206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428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0C4F-7F3F-DFD2-17A1-CCA65CD4F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Leadership Roles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C824C-5C7B-8009-DEDF-67B2CF03C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4789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72E5B-4D3C-4C5C-9230-5B323B9EF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115E-B9BA-595D-4B9C-AB3EFF06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Awards and Achievements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1A38C-D9BE-44A0-1EE9-22C2846BC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6148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83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Georgia</vt:lpstr>
      <vt:lpstr>Times New Roman</vt:lpstr>
      <vt:lpstr>Office Theme</vt:lpstr>
      <vt:lpstr>PowerPoint Presentation</vt:lpstr>
      <vt:lpstr>PhD Research</vt:lpstr>
      <vt:lpstr>Industry Experience</vt:lpstr>
      <vt:lpstr>Supervisory Activities</vt:lpstr>
      <vt:lpstr>Leadership Roles</vt:lpstr>
      <vt:lpstr>Awards and Achievements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Hussain Ahmad</dc:creator>
  <cp:lastModifiedBy>Hussain Ahmad</cp:lastModifiedBy>
  <cp:revision>3</cp:revision>
  <dcterms:created xsi:type="dcterms:W3CDTF">2024-11-27T08:17:14Z</dcterms:created>
  <dcterms:modified xsi:type="dcterms:W3CDTF">2024-12-23T12:51:48Z</dcterms:modified>
</cp:coreProperties>
</file>